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28107619a010cd5b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28107619a010cd5b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28107619a010cd5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h28107619a010cd5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28107619a010cd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28107619a010cd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28107619a010cd5b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28107619a010cd5b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28107619a010cd5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28107619a010cd5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28107619a010cd5b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h28107619a010cd5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28107619a010cd5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h28107619a010cd5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Sistema de Cadastro de Amigos da Gabi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Projeto em PHP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banco de dados pwii</a:t>
            </a:r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onde ficam os amigos registrados para serem manipulados pelo mysqli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Arquivos importados</a:t>
            </a:r>
            <a:endParaRPr/>
          </a:p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(conexaobd, cabecalho e rodape)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Sistema de Login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indexphp, loginaction, estabelecimento de sessão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sistema de login 2 se precisar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verificaracesso acessonegado logoutaction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principal, listar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cadastro, atualizar, excluir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um por slide?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resumo/consideraçoes finais/agradecimentos idk</a:t>
            </a:r>
            <a:endParaRPr/>
          </a:p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